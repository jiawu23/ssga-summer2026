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6FB2"/>
                </a:solidFill>
              </a:defRPr>
            </a:pPr>
            <a:r>
              <a:t>PART 2 - M2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338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2A4A"/>
                </a:solidFill>
              </a:defRPr>
            </a:pPr>
            <a:r>
              <a:t>Which Missing Values Are Imputed Before M2?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3840480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555B66"/>
                </a:solidFill>
              </a:defRPr>
            </a:pPr>
            <a:r>
              <a:t>In code: M2 runs SimpleImputer(strategy='median') before StandardScaler, logistic regression, and sigmoid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395728" cy="713232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17627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1  Fit rows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M1_signal != 0 and meta_label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112264"/>
            <a:ext cx="310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965960"/>
            <a:ext cx="2395728" cy="713232"/>
          </a:xfrm>
          <a:prstGeom prst="round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17627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2  Impute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each feature's training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112264"/>
            <a:ext cx="310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65960"/>
            <a:ext cx="2395728" cy="713232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17627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3  Scale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mean 0, std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2112264"/>
            <a:ext cx="31089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F6FB2"/>
                </a:solidFill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1" y="1965960"/>
            <a:ext cx="2395728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2057400"/>
            <a:ext cx="2176272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FFFF"/>
                </a:solidFill>
              </a:defRPr>
            </a:pPr>
            <a:r>
              <a:t>4  Probability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FFFFFF"/>
                </a:solidFill>
              </a:defRPr>
            </a:pPr>
            <a:r>
              <a:t>calibrated p_success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07792"/>
            <a:ext cx="3547872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035808"/>
            <a:ext cx="3182112" cy="1847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C03A2B"/>
                </a:solidFill>
              </a:defRPr>
            </a:pPr>
            <a:r>
              <a:t>ACTUAL NANS IN TRAIN FIT ROWS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t>23 of 52 M2 columns had missing values.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Mostly rolling lookbacks: mom_4w/12w/26w/52w, vol_4w/12w/26w, trend_signal, drawdown_26w, corr_to_spy_26w.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Also derived relatives: z_* versions, rel_mom_12w, mom_vol_interaction, dispersion_4w/12w, avg_pairwise_corr_26w, m1_x_vol.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Counts are largest for 52w features because they need the longest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907792"/>
            <a:ext cx="3328416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035808"/>
            <a:ext cx="2962656" cy="1847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1F6FB2"/>
                </a:solidFill>
              </a:defRPr>
            </a:pPr>
            <a:r>
              <a:t>HOW THE FILL WORKS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t>Median is learned feature-by-feature from training rows only.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Example: missing mom_52w -&gt; training median of mom_52w, not zero and not a future value.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The same fitted medians are reused at prediction time.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Labels, future returns, p_success, and raw prices are not M2 inputs, so they are not imputed 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907792"/>
            <a:ext cx="3602736" cy="2075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3035808"/>
            <a:ext cx="3236976" cy="1847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080" b="1">
                <a:solidFill>
                  <a:srgbClr val="1E8E5A"/>
                </a:solidFill>
              </a:defRPr>
            </a:pPr>
            <a:r>
              <a:t>WHY IT HAPPENS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130" b="1">
                <a:solidFill>
                  <a:srgbClr val="0B2A4A"/>
                </a:solidFill>
              </a:defRPr>
            </a:pPr>
            <a:r>
              <a:t>Rolling features have a warmup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A 52w momentum needs 52 prior weekly closes, then shift(1) adds one more no-lookahead delay.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Cross-sectional z-scores can be missing if all sleeves look the same that week, e.g. drawdown = 0 for each selected sleeve.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090" b="0">
                <a:solidFill>
                  <a:srgbClr val="555B66"/>
                </a:solidFill>
              </a:defRPr>
            </a:pPr>
            <a:r>
              <a:t>Macro/VIX and asset-class dummy columns were complete in the saved training rows.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212080"/>
            <a:ext cx="10899648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248656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555B66"/>
                </a:solidFill>
              </a:defRPr>
            </a:pPr>
            <a:r>
              <a:t>Saved long-only run: 1,500 M2 train rows; top missing counts were mom_52w / z_mom_52w = 159, trend / z_trend = 120, and 26w risk/correlation features = 81.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51206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797296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20" b="1">
                <a:solidFill>
                  <a:srgbClr val="1F6FB2"/>
                </a:solidFill>
              </a:defRPr>
            </a:pPr>
            <a:r>
              <a:t>Takeaway: imputation is a defensive preprocessing step for early-window and zero-dispersion gaps; it does not manufacture labels or use future information.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B66"/>
                </a:solidFill>
              </a:defRPr>
            </a:pPr>
            <a:r>
              <a:t>SSGA Field Project - 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